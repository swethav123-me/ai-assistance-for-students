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73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69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8/20/2025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8/20/2025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8/20/2025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8/20/2025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8/20/2025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8/20/2025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8/20/2025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8/20/2025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8/20/2025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8/20/2025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8/20/2025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C14B4-7F2C-20D7-4A40-ED0AE692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4046858"/>
          </a:xfrm>
        </p:spPr>
        <p:txBody>
          <a:bodyPr>
            <a:normAutofit/>
          </a:bodyPr>
          <a:lstStyle/>
          <a:p>
            <a:r>
              <a:rPr lang="en-US" sz="4000" b="1" dirty="0"/>
              <a:t>Voice Biometric Authentication System with Real-time Liveness</a:t>
            </a:r>
            <a:r>
              <a:rPr lang="en-IN" sz="4000" b="1" dirty="0"/>
              <a:t> </a:t>
            </a:r>
            <a:r>
              <a:rPr lang="en-US" sz="4000" b="1" dirty="0"/>
              <a:t>Detection Using Conversational Prompts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B0899-4CFD-AF7A-454D-9E879A12D0BB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9442174" y="4897403"/>
            <a:ext cx="79514" cy="4571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0592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E1348-C6CB-0046-5634-52553FBAD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dirty="0">
                <a:latin typeface="Times New Roman" panose="02020603050405020304" charset="0"/>
                <a:cs typeface="Times New Roman" panose="02020603050405020304" charset="0"/>
              </a:rPr>
              <a:t>Abstract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040EF-FB11-BFE2-482D-45E26C03D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0" hangingPunct="0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&amp; User-Friendly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Voice biometrics leverages unique vocal features for contactless and convenient authentication.</a:t>
            </a:r>
          </a:p>
          <a:p>
            <a:pPr lvl="0" eaLnBrk="0" hangingPunct="0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Existing Systems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Vulnerable to spoofing attacks like replayed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precordings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synthetic speech, and deepfake audio.</a:t>
            </a:r>
          </a:p>
          <a:p>
            <a:pPr lvl="0" eaLnBrk="0" hangingPunct="0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voice biometric system with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liveness detection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conversational prompts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hangingPunct="0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Approach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Users answer randomly generated questions in real-time,</a:t>
            </a:r>
          </a:p>
          <a:p>
            <a:pPr lvl="0" eaLnBrk="0" hangingPunct="0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preventing attackers from replaying or predicting responses.</a:t>
            </a:r>
          </a:p>
          <a:p>
            <a:pPr eaLnBrk="0" hangingPunct="0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Implementation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Advanced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processing + machine learning +deep learning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spoof detection via acoustic, linguistic, and timing features.</a:t>
            </a:r>
          </a:p>
          <a:p>
            <a:pPr marL="0" lvl="0" indent="0" eaLnBrk="0" hangingPunct="0">
              <a:spcBef>
                <a:spcPct val="0"/>
              </a:spcBef>
            </a:pPr>
            <a:endParaRPr lang="en-US" altLang="en-US" sz="2000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226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88135-FBA5-E3A8-B3DB-D211BBF37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22B32-FB39-2CF5-F68C-725F3F57C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hangingPunct="0">
              <a:spcBef>
                <a:spcPct val="0"/>
              </a:spcBef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&amp; Benefits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Useful in banking, mobile access, IoT, and remote authentication, providing a robust and resilient framework against </a:t>
            </a:r>
          </a:p>
          <a:p>
            <a:pPr marL="0" lvl="0" indent="0" eaLnBrk="0" hangingPunct="0">
              <a:spcBef>
                <a:spcPct val="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voice-based threats.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biometrics, liveness detection, conversational prompts, anti-spoofing, speaker verification, replay attack prevention, speech recognition, secure authentication, speech processing, biometric security.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90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AD34A-6F50-EF91-D1EA-A8F883CD4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15098-C47A-92DC-2A93-FB8D39B76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Why Voice Authentication?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Identity – Voice carries both physiological (vocal tract)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(speaking style) features.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Non-Intrusive – No physical contact required, unlike fingerprint or iris scans.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Use – Natural and convenient for everyday authentication.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Suitability – Works well for mobile, IoT, and cloud-based services.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– Requires only a microphone (no special hardware).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80040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71AEC-05AF-3989-37AB-AF6323FE9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EE17C-F2B3-8B6A-D93C-4E7B90555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Conversational Prompts?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 Authentication – Replaces static passphrases with random questions, making attacks harder.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Prevents Replay Attacks – Attackers cannot reuse pre-recorded audio.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Spoof-Resistant – Detects deepfakes and synthetic speech by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spontaneity.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Liveness Verification – Ensures the speaker is responding in real time.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– Mimics natural human interaction, improving usability.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71962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BBAF5-DD48-66FE-3BCE-7FEC0E522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with existing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08DA64-8EE6-EC51-C7B6-12AB50002F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3019150"/>
            <a:ext cx="956402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Replay Attacks – Attackers can use recorded voices to bypass authentication.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Synthetic Speech &amp; Deepfakes – AI-generated voices can mimic real users convincingly.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 Passphrases – Fixed phrases make systems predictable and easier to spoof.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Noise – Background noise reduces accuracy and reliability.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Robust Liveness Detection – Many systems fail to differentiate between genuine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fraudulent voices.</a:t>
            </a:r>
          </a:p>
        </p:txBody>
      </p:sp>
    </p:spTree>
    <p:extLst>
      <p:ext uri="{BB962C8B-B14F-4D97-AF65-F5344CB8AC3E}">
        <p14:creationId xmlns:p14="http://schemas.microsoft.com/office/powerpoint/2010/main" val="1113154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C56C3-DC21-B606-43D8-EB375C49A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20B93-812B-22B6-DAF3-99901EE45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 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password-based systems are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vulnerable to theft, phishing, and brute-force attacks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voice authentication using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passphrases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easily bypassed.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Replay attacks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pre-recorded voices pose a serious threat.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speech and deepfake technologies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spoofing more advanced and harder to detect.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liveness detection methods are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and often inaccurate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 real-world conditions.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secure, real-time, and user-friendly authentication system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verifies both identity and liveness.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656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A381A-4A50-B190-7D4D-90D8CA756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3E7B4-A2D1-B2CF-A27F-1AE2937AB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voice biometric authentication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liveness detection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prevent spoofing.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conversational prompts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static passphrases.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speech processing and machine learning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accurate verification.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and defend against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replay, synthetic, and deepfake audio attacks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the system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scalable, efficient, and user-friendly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2586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B8DAF-D4B0-00B3-0875-33CE614F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6B385B-29B6-958F-5D73-C455FF7BA6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377436"/>
            <a:ext cx="9159239" cy="3222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Banking &amp; Finance</a:t>
            </a:r>
            <a:r>
              <a:rPr lang="en-IN" dirty="0"/>
              <a:t> – Secure authentication for transactions and customer identity.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E-Learning &amp; Online Exams</a:t>
            </a:r>
            <a:r>
              <a:rPr lang="en-IN" dirty="0"/>
              <a:t> – Prevent impersonation and proxy attendance.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IoT &amp; Smart Devices</a:t>
            </a:r>
            <a:r>
              <a:rPr lang="en-IN" dirty="0"/>
              <a:t> – Voice-based secure access and control.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Mobile Applications</a:t>
            </a:r>
            <a:r>
              <a:rPr lang="en-IN" dirty="0"/>
              <a:t> – Safe and convenient login for remote users.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Government &amp; </a:t>
            </a:r>
            <a:r>
              <a:rPr lang="en-IN" b="1" dirty="0" err="1"/>
              <a:t>Defense</a:t>
            </a:r>
            <a:r>
              <a:rPr lang="en-IN" dirty="0"/>
              <a:t> – High-security access to sensitive systems.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Enterprise Solutions</a:t>
            </a:r>
            <a:r>
              <a:rPr lang="en-IN" dirty="0"/>
              <a:t> – Employee verification for secure logins and workplace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255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AC693-6CA1-B58A-FAEB-2BCEAD77F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>
                <a:latin typeface="Times New Roman" panose="02020603050405020304" charset="0"/>
                <a:cs typeface="Times New Roman" panose="02020603050405020304" charset="0"/>
              </a:rPr>
              <a:t>Proposed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96840-9AD0-DA3C-6617-987BD1797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Authentication: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authenticates users by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unique vocal characteristics, ensuring a secure and convenient login method.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Liveness Detection: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verifies that the speaker is physically present and responding in real time, preventing spoofing attacks from recorded or synthesized voices.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Prompts: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are prompted with dynamically generated questions or phrases, which they must respond to, adding an extra layer of security against impersonation.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and Matching: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Advanced signal processing and machine learning algorithms extract unique voice features and compare them with stored templates to verify identity accurately.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and Secure: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balances security and usability, offering a seamless authentication experience while maintaining robust protection against unauthorized access.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3810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69955-0CB7-7494-F3FB-C2B3B4948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49256-758C-A149-C8B7-9628E5231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 voice samples from authorized users under different conditions to create a comprehensive voice database.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 the audio data by removing noise, normalizing volume, and segmenting speech for accurate feature extraction.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 unique voice characteristics such as pitch, tone, MFCC (Mel Frequency Cepstral Coefficients), and speech dynamics for each user.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Prompt Generation: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dynamic text or question prompts for users to respond to, ensuring that liveness is verified in real time.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Matching &amp; Liveness Detection: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machine learning algorithms to compare extracted voice features with stored templates and simultaneously detect liveness through response patterns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cues.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Decision: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Grant or deny access based on the combined results of speaker verification and liveness detection, logging attempts for security auditing and system improvement.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6808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915F1-2AF0-57A7-39A9-CF359CDF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>
                <a:latin typeface="Times New Roman" panose="02020603050405020304" charset="0"/>
                <a:cs typeface="Times New Roman" panose="02020603050405020304" charset="0"/>
              </a:rPr>
              <a:t>Software Requirements (Functional)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A01FF-E2EE-C2C8-EF7E-46598E74C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 new users to register by capturing their voice samples and creating a voice template.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Verify user identity by matching live voice input against stored voice templates.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Liveness Detection: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whether the user is live and responding to prompts to prevent spoofing.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Prompts: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dynamic questions or sentences for users to respond to during authentication.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Grant or deny access based on the result of voice verification and liveness detection.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3740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198BD-7646-5F1F-6D99-A1D498BB1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>
                <a:latin typeface="Times New Roman" panose="02020603050405020304" charset="0"/>
                <a:cs typeface="Times New Roman" panose="02020603050405020304" charset="0"/>
              </a:rPr>
              <a:t>Software Requirements (Non Functional)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6F239-959F-8089-35CE-82AFFC2E4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should process authentication requests and liveness detection within 2–5 seconds.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 high recognition accuracy (≥95%) to minimize false acceptances and rejections.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Capable of handling multiple users and large voice databases without performance degradation.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 voice data, templates, and authentication logs from unauthorized access and tampering.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a simple, user-friendly interface for registration and authentication without requiring technical expertise.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6644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9D872-6F8A-767D-46DD-CBFC9F2D3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>
                <a:latin typeface="Times New Roman" panose="02020603050405020304" charset="0"/>
                <a:cs typeface="Times New Roman" panose="02020603050405020304" charset="0"/>
              </a:rPr>
              <a:t>System Architecture</a:t>
            </a:r>
            <a:endParaRPr lang="en-IN" dirty="0"/>
          </a:p>
        </p:txBody>
      </p:sp>
      <p:pic>
        <p:nvPicPr>
          <p:cNvPr id="4" name="Content Placeholder 3" descr="A diagram of a voice recognition system&#10;&#10;AI-generated content may be incorrect.">
            <a:extLst>
              <a:ext uri="{FF2B5EF4-FFF2-40B4-BE49-F238E27FC236}">
                <a16:creationId xmlns:a16="http://schemas.microsoft.com/office/drawing/2014/main" id="{EE8078E7-C885-1D06-0DA6-9BCDBB747B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6669" y="2108200"/>
            <a:ext cx="7921487" cy="404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313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B0615-65DC-C6AB-BA43-C2AAF1B90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22449-0C4C-B9F1-BA1A-60EA89681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secure and convenient voice-based authentication.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liveness detection prevents spoofing attacks and unauthorized access.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prompts enhance security by dynamically challenging users.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machine learning and signal processing for accurate feature extraction and verification.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applications like banking, remote access, and secure systems, balancing security with user convenience.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14223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{44491FBA-016A-42B3-933F-D87BA38C8712}tf56160789_win32</Template>
  <TotalTime>51</TotalTime>
  <Words>1117</Words>
  <Application>Microsoft Office PowerPoint</Application>
  <PresentationFormat>Widescreen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Bookman Old Style</vt:lpstr>
      <vt:lpstr>Calibri</vt:lpstr>
      <vt:lpstr>Franklin Gothic Book</vt:lpstr>
      <vt:lpstr>Times New Roman</vt:lpstr>
      <vt:lpstr>Wingdings</vt:lpstr>
      <vt:lpstr>Custom</vt:lpstr>
      <vt:lpstr>Voice Biometric Authentication System with Real-time Liveness Detection Using Conversational Prompts</vt:lpstr>
      <vt:lpstr>Abstract</vt:lpstr>
      <vt:lpstr>PowerPoint Presentation</vt:lpstr>
      <vt:lpstr>Introduction</vt:lpstr>
      <vt:lpstr>PowerPoint Presentation</vt:lpstr>
      <vt:lpstr>challenges with existing system</vt:lpstr>
      <vt:lpstr>Problem Statement</vt:lpstr>
      <vt:lpstr>Objectives</vt:lpstr>
      <vt:lpstr>Scope</vt:lpstr>
      <vt:lpstr>Proposed System</vt:lpstr>
      <vt:lpstr>Methodology</vt:lpstr>
      <vt:lpstr>Software Requirements (Functional)</vt:lpstr>
      <vt:lpstr>Software Requirements (Non Functional)</vt:lpstr>
      <vt:lpstr>System Architecture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swetha v</dc:creator>
  <cp:lastModifiedBy>swetha v</cp:lastModifiedBy>
  <cp:revision>1</cp:revision>
  <dcterms:created xsi:type="dcterms:W3CDTF">2025-08-20T17:48:10Z</dcterms:created>
  <dcterms:modified xsi:type="dcterms:W3CDTF">2025-08-20T18:40:09Z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